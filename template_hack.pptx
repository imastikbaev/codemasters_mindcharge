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58" r:id="rId5"/>
    <p:sldId id="261" r:id="rId6"/>
    <p:sldId id="266" r:id="rId7"/>
    <p:sldId id="267" r:id="rId8"/>
    <p:sldId id="264" r:id="rId9"/>
    <p:sldId id="265" r:id="rId10"/>
  </p:sldIdLst>
  <p:sldSz cx="18288000" cy="10287000"/>
  <p:notesSz cx="6858000" cy="9144000"/>
  <p:embeddedFontLst>
    <p:embeddedFont>
      <p:font typeface="Inter" panose="020B0604020202020204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05" autoAdjust="0"/>
    <p:restoredTop sz="94622" autoAdjust="0"/>
  </p:normalViewPr>
  <p:slideViewPr>
    <p:cSldViewPr>
      <p:cViewPr>
        <p:scale>
          <a:sx n="25" d="100"/>
          <a:sy n="25" d="100"/>
        </p:scale>
        <p:origin x="2448" y="1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74DC34-0193-BF1D-6A81-89EA69EF0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1" y="-12700"/>
            <a:ext cx="18440401" cy="102997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3211359"/>
            <a:ext cx="18288000" cy="483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ШАБЛОН ДЛЯ СОЗДАНИЯ ПРЕЗЕНТАЦИИ </a:t>
            </a:r>
            <a:endParaRPr lang="ru-RU" sz="9200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Bold"/>
              <a:sym typeface="Open Sans Bold"/>
            </a:endParaRPr>
          </a:p>
          <a:p>
            <a:pPr algn="ctr">
              <a:lnSpc>
                <a:spcPts val="12880"/>
              </a:lnSpc>
            </a:pPr>
            <a:r>
              <a:rPr lang="ru-RU" sz="9200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(название команды)</a:t>
            </a:r>
            <a:endParaRPr lang="en-US" sz="9200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Bold"/>
              <a:sym typeface="Open Sans Bold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7795E14-1A50-A9C9-BAFB-6B55200C9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89441"/>
            <a:ext cx="4572000" cy="113022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658605D-CA27-C0AC-BE6C-6B2A68A0E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C8F23E-4601-A365-53B2-34E7C4912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843"/>
            <a:ext cx="18440401" cy="10317843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2236670" y="3477928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6703747"/>
            <a:ext cx="8115300" cy="1797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Проблема 2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i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Italics"/>
                <a:sym typeface="Open Sans Italics"/>
              </a:rPr>
              <a:t>сжатое изложение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DBDF2E-E1F1-D69D-1C63-8425E2CD3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0378" y="338374"/>
            <a:ext cx="3173514" cy="784514"/>
          </a:xfrm>
          <a:prstGeom prst="rect">
            <a:avLst/>
          </a:prstGeom>
        </p:spPr>
      </p:pic>
      <p:sp>
        <p:nvSpPr>
          <p:cNvPr id="2" name="TextBox 6"/>
          <p:cNvSpPr txBox="1"/>
          <p:nvPr/>
        </p:nvSpPr>
        <p:spPr>
          <a:xfrm>
            <a:off x="1028700" y="4038399"/>
            <a:ext cx="8115300" cy="1797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Проблема</a:t>
            </a:r>
            <a:r>
              <a:rPr lang="en-US" sz="51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 1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i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Italics"/>
                <a:sym typeface="Open Sans Italics"/>
              </a:rPr>
              <a:t>сжатое</a:t>
            </a:r>
            <a:r>
              <a:rPr lang="en-US" sz="5199" i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Italics"/>
                <a:sym typeface="Open Sans Italics"/>
              </a:rPr>
              <a:t> </a:t>
            </a:r>
            <a:r>
              <a:rPr lang="en-US" sz="5199" i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Italics"/>
                <a:sym typeface="Open Sans Italics"/>
              </a:rPr>
              <a:t>изложение</a:t>
            </a:r>
            <a:endParaRPr lang="en-US" sz="5199" i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Italics"/>
              <a:sym typeface="Open Sans Italics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47BFA4A3-F40E-CD51-FE24-88FB902AFAB5}"/>
              </a:ext>
            </a:extLst>
          </p:cNvPr>
          <p:cNvSpPr txBox="1"/>
          <p:nvPr/>
        </p:nvSpPr>
        <p:spPr>
          <a:xfrm>
            <a:off x="914400" y="647700"/>
            <a:ext cx="14097000" cy="1797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ru-RU" sz="51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Описание проблем клиентов</a:t>
            </a:r>
            <a:r>
              <a:rPr lang="en-US" sz="51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 </a:t>
            </a:r>
          </a:p>
          <a:p>
            <a:pPr marL="561339" lvl="1" algn="l">
              <a:lnSpc>
                <a:spcPts val="7279"/>
              </a:lnSpc>
            </a:pPr>
            <a:r>
              <a:rPr lang="ru-RU" sz="5199" i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Italics"/>
                <a:sym typeface="Open Sans Italics"/>
              </a:rPr>
              <a:t>При использовании старого приложения</a:t>
            </a:r>
            <a:endParaRPr lang="en-US" sz="5199" i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Italics"/>
              <a:sym typeface="Open Sans Itali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EA0A59F-A1F8-6C08-13E7-FCB3D66CECF5}"/>
              </a:ext>
            </a:extLst>
          </p:cNvPr>
          <p:cNvSpPr/>
          <p:nvPr/>
        </p:nvSpPr>
        <p:spPr>
          <a:xfrm>
            <a:off x="15234023" y="217221"/>
            <a:ext cx="274320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EF9288B-D142-96CB-D8DF-979D51E17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1" y="0"/>
            <a:ext cx="18440401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flipH="1">
            <a:off x="13531958" y="2868397"/>
            <a:ext cx="3936277" cy="3936277"/>
          </a:xfrm>
          <a:custGeom>
            <a:avLst/>
            <a:gdLst/>
            <a:ahLst/>
            <a:cxnLst/>
            <a:rect l="l" t="t" r="r" b="b"/>
            <a:pathLst>
              <a:path w="3936277" h="3936277">
                <a:moveTo>
                  <a:pt x="3936277" y="0"/>
                </a:moveTo>
                <a:lnTo>
                  <a:pt x="0" y="0"/>
                </a:lnTo>
                <a:lnTo>
                  <a:pt x="0" y="3936277"/>
                </a:lnTo>
                <a:lnTo>
                  <a:pt x="3936277" y="3936277"/>
                </a:lnTo>
                <a:lnTo>
                  <a:pt x="3936277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5800" y="1898193"/>
            <a:ext cx="1181687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Решение</a:t>
            </a:r>
            <a:r>
              <a:rPr lang="en-US" sz="9200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 </a:t>
            </a:r>
            <a:r>
              <a:rPr lang="en-US" sz="9200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проблемы</a:t>
            </a:r>
            <a:endParaRPr lang="en-US" sz="9200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Bold"/>
              <a:sym typeface="Open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90600" y="3715040"/>
            <a:ext cx="12891463" cy="93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12"/>
              </a:lnSpc>
            </a:pPr>
            <a:r>
              <a:rPr lang="ru-RU" sz="4144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Описать как вы решили проблемы</a:t>
            </a:r>
            <a:endParaRPr lang="en-US" sz="4144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"/>
              <a:sym typeface="Open Sans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B860304-C877-3817-2906-EBCD621F4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321" y="329694"/>
            <a:ext cx="3729645" cy="9219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7B9A12A-F10C-5911-59D5-CE2054AD1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40401" cy="1030605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38200" y="3653851"/>
            <a:ext cx="16230600" cy="5282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99"/>
              </a:lnSpc>
            </a:pPr>
            <a:r>
              <a:rPr lang="ru-RU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Приложение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- </a:t>
            </a:r>
            <a:r>
              <a:rPr lang="ru-RU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инновационное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(</a:t>
            </a:r>
            <a:r>
              <a:rPr lang="ru-RU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почему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?)</a:t>
            </a:r>
            <a:r>
              <a:rPr lang="ru-RU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потому, что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помогает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клиентам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(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целевой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аудитории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) </a:t>
            </a:r>
            <a:r>
              <a:rPr lang="ru-RU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решить проблему 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(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или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облегчить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жизнь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в</a:t>
            </a:r>
            <a:r>
              <a:rPr lang="ru-RU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использовании)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за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счет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...(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чего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?)</a:t>
            </a:r>
            <a:endParaRPr lang="ru-RU" sz="3399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"/>
              <a:sym typeface="Open Sans"/>
            </a:endParaRPr>
          </a:p>
          <a:p>
            <a:pPr algn="just">
              <a:lnSpc>
                <a:spcPts val="8499"/>
              </a:lnSpc>
            </a:pPr>
            <a:endParaRPr lang="en-US" sz="3399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"/>
              <a:sym typeface="Open Sans"/>
            </a:endParaRPr>
          </a:p>
          <a:p>
            <a:pPr algn="just">
              <a:lnSpc>
                <a:spcPts val="8499"/>
              </a:lnSpc>
            </a:pP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Основное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преимущество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это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....(</a:t>
            </a:r>
            <a:r>
              <a:rPr lang="en-US" sz="3399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что</a:t>
            </a:r>
            <a:r>
              <a:rPr lang="en-US" sz="3399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?)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24000" y="2400300"/>
            <a:ext cx="13719025" cy="945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24"/>
              </a:lnSpc>
            </a:pPr>
            <a:r>
              <a:rPr lang="ru-RU" sz="5732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Ф</a:t>
            </a:r>
            <a:r>
              <a:rPr lang="en-US" sz="5732" b="1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ормализаци</a:t>
            </a:r>
            <a:r>
              <a:rPr lang="ru-RU" sz="5732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я</a:t>
            </a:r>
            <a:r>
              <a:rPr lang="en-US" sz="5732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 </a:t>
            </a:r>
            <a:r>
              <a:rPr lang="ru-RU" sz="5732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идеи приложения</a:t>
            </a:r>
            <a:endParaRPr lang="en-US" sz="5732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Bold"/>
              <a:sym typeface="Open Sans Bold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3A9915D-5532-F497-43D9-4EE73243F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14849"/>
            <a:ext cx="4714734" cy="1165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4F16E3E-53C8-6D52-C801-FB1F5A6D2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1" y="0"/>
            <a:ext cx="18440401" cy="102870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 rot="566421">
            <a:off x="14561496" y="6596111"/>
            <a:ext cx="3135284" cy="3135284"/>
          </a:xfrm>
          <a:custGeom>
            <a:avLst/>
            <a:gdLst/>
            <a:ahLst/>
            <a:cxnLst/>
            <a:rect l="l" t="t" r="r" b="b"/>
            <a:pathLst>
              <a:path w="3135284" h="3135284">
                <a:moveTo>
                  <a:pt x="0" y="0"/>
                </a:moveTo>
                <a:lnTo>
                  <a:pt x="3135284" y="0"/>
                </a:lnTo>
                <a:lnTo>
                  <a:pt x="3135284" y="3135284"/>
                </a:lnTo>
                <a:lnTo>
                  <a:pt x="0" y="3135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33216" y="2476500"/>
            <a:ext cx="13041202" cy="64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ru-RU" sz="5396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Обзор приложения</a:t>
            </a:r>
            <a:endParaRPr lang="en-US" sz="5396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Bold"/>
              <a:sym typeface="Open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33216" y="4335505"/>
            <a:ext cx="14553562" cy="142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1"/>
              </a:lnSpc>
            </a:pPr>
            <a:r>
              <a:rPr lang="ru-RU" sz="4144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Опишите визуал вашего приложения + приложите фото или видео</a:t>
            </a:r>
            <a:endParaRPr lang="en-US" sz="4144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"/>
              <a:sym typeface="Open Sans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DED3D11-3822-E78C-E7B6-B8CA5F601F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957" y="453736"/>
            <a:ext cx="4311913" cy="10659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402D7-90F4-C318-3597-9DFDC768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A2D68F-8C16-5B0D-99B6-A9068D975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1" y="0"/>
            <a:ext cx="18440401" cy="10287000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B811ECFB-A23F-639A-1A0F-4CD5FDB2EA31}"/>
              </a:ext>
            </a:extLst>
          </p:cNvPr>
          <p:cNvSpPr/>
          <p:nvPr/>
        </p:nvSpPr>
        <p:spPr>
          <a:xfrm rot="566421">
            <a:off x="14561496" y="6596111"/>
            <a:ext cx="3135284" cy="3135284"/>
          </a:xfrm>
          <a:custGeom>
            <a:avLst/>
            <a:gdLst/>
            <a:ahLst/>
            <a:cxnLst/>
            <a:rect l="l" t="t" r="r" b="b"/>
            <a:pathLst>
              <a:path w="3135284" h="3135284">
                <a:moveTo>
                  <a:pt x="0" y="0"/>
                </a:moveTo>
                <a:lnTo>
                  <a:pt x="3135284" y="0"/>
                </a:lnTo>
                <a:lnTo>
                  <a:pt x="3135284" y="3135284"/>
                </a:lnTo>
                <a:lnTo>
                  <a:pt x="0" y="3135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B9F6734-931D-6EF2-218C-C0B079016ABD}"/>
              </a:ext>
            </a:extLst>
          </p:cNvPr>
          <p:cNvSpPr txBox="1"/>
          <p:nvPr/>
        </p:nvSpPr>
        <p:spPr>
          <a:xfrm>
            <a:off x="853968" y="2844787"/>
            <a:ext cx="13041202" cy="64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ru-RU" sz="5396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Обзор приложения</a:t>
            </a:r>
            <a:endParaRPr lang="en-US" sz="5396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Bold"/>
              <a:sym typeface="Open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8BEE233-3C8C-9E83-9885-BE3B0E1213B1}"/>
              </a:ext>
            </a:extLst>
          </p:cNvPr>
          <p:cNvSpPr txBox="1"/>
          <p:nvPr/>
        </p:nvSpPr>
        <p:spPr>
          <a:xfrm>
            <a:off x="890544" y="4268151"/>
            <a:ext cx="14553562" cy="142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1"/>
              </a:lnSpc>
            </a:pPr>
            <a:r>
              <a:rPr lang="ru-RU" sz="4144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Опишите функции вашего приложения + приложите фото или видео</a:t>
            </a:r>
            <a:endParaRPr lang="en-US" sz="4144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"/>
              <a:sym typeface="Open Sans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2F8E142-A703-BFD9-09F1-037609B54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236" y="495300"/>
            <a:ext cx="3750278" cy="92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0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8477B-71D4-5D30-F339-C3B3B9B16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0170E1-5126-F1EC-5BB9-0FF000A5F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40401" cy="10287000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2E9C7CDA-5D23-A52E-CEC4-994DCAE5AF0C}"/>
              </a:ext>
            </a:extLst>
          </p:cNvPr>
          <p:cNvSpPr/>
          <p:nvPr/>
        </p:nvSpPr>
        <p:spPr>
          <a:xfrm rot="566421">
            <a:off x="14561496" y="6596111"/>
            <a:ext cx="3135284" cy="3135284"/>
          </a:xfrm>
          <a:custGeom>
            <a:avLst/>
            <a:gdLst/>
            <a:ahLst/>
            <a:cxnLst/>
            <a:rect l="l" t="t" r="r" b="b"/>
            <a:pathLst>
              <a:path w="3135284" h="3135284">
                <a:moveTo>
                  <a:pt x="0" y="0"/>
                </a:moveTo>
                <a:lnTo>
                  <a:pt x="3135284" y="0"/>
                </a:lnTo>
                <a:lnTo>
                  <a:pt x="3135284" y="3135284"/>
                </a:lnTo>
                <a:lnTo>
                  <a:pt x="0" y="3135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843DF79-0E90-5035-0E61-3568087CE82E}"/>
              </a:ext>
            </a:extLst>
          </p:cNvPr>
          <p:cNvSpPr txBox="1"/>
          <p:nvPr/>
        </p:nvSpPr>
        <p:spPr>
          <a:xfrm>
            <a:off x="902736" y="3064915"/>
            <a:ext cx="13041202" cy="64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4"/>
              </a:lnSpc>
            </a:pPr>
            <a:r>
              <a:rPr lang="ru-RU" sz="5396" b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Обзор приложения</a:t>
            </a:r>
            <a:endParaRPr lang="en-US" sz="5396" b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Bold"/>
              <a:sym typeface="Open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1BB12C6-7036-A92A-862A-EA656F65EE9F}"/>
              </a:ext>
            </a:extLst>
          </p:cNvPr>
          <p:cNvSpPr txBox="1"/>
          <p:nvPr/>
        </p:nvSpPr>
        <p:spPr>
          <a:xfrm>
            <a:off x="902736" y="4474481"/>
            <a:ext cx="14553562" cy="142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1"/>
              </a:lnSpc>
            </a:pPr>
            <a:r>
              <a:rPr lang="ru-RU" sz="4144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ТЕСТИРОВАНИЕ – демонстрируете тестовую версию членам жюри</a:t>
            </a:r>
            <a:endParaRPr lang="en-US" sz="4144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"/>
              <a:sym typeface="Open Sans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4341333-1A05-EB5F-EE65-587D363CC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10738"/>
            <a:ext cx="3732750" cy="92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19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3" name="Freeform 3"/>
          <p:cNvSpPr/>
          <p:nvPr/>
        </p:nvSpPr>
        <p:spPr>
          <a:xfrm rot="913339">
            <a:off x="12368490" y="6081070"/>
            <a:ext cx="3076295" cy="3076295"/>
          </a:xfrm>
          <a:custGeom>
            <a:avLst/>
            <a:gdLst/>
            <a:ahLst/>
            <a:cxnLst/>
            <a:rect l="l" t="t" r="r" b="b"/>
            <a:pathLst>
              <a:path w="3076295" h="3076295">
                <a:moveTo>
                  <a:pt x="0" y="0"/>
                </a:moveTo>
                <a:lnTo>
                  <a:pt x="3076295" y="0"/>
                </a:lnTo>
                <a:lnTo>
                  <a:pt x="3076295" y="3076295"/>
                </a:lnTo>
                <a:lnTo>
                  <a:pt x="0" y="3076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607548" flipH="1">
            <a:off x="13552452" y="5365565"/>
            <a:ext cx="3534768" cy="3534768"/>
          </a:xfrm>
          <a:custGeom>
            <a:avLst/>
            <a:gdLst/>
            <a:ahLst/>
            <a:cxnLst/>
            <a:rect l="l" t="t" r="r" b="b"/>
            <a:pathLst>
              <a:path w="3534768" h="3534768">
                <a:moveTo>
                  <a:pt x="3534767" y="0"/>
                </a:moveTo>
                <a:lnTo>
                  <a:pt x="0" y="0"/>
                </a:lnTo>
                <a:lnTo>
                  <a:pt x="0" y="3534767"/>
                </a:lnTo>
                <a:lnTo>
                  <a:pt x="3534767" y="3534767"/>
                </a:lnTo>
                <a:lnTo>
                  <a:pt x="353476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6165F8-B034-3995-F1A1-A80302F1F82F}"/>
              </a:ext>
            </a:extLst>
          </p:cNvPr>
          <p:cNvSpPr/>
          <p:nvPr/>
        </p:nvSpPr>
        <p:spPr>
          <a:xfrm>
            <a:off x="15316200" y="190500"/>
            <a:ext cx="274320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E5DFB4-08D9-9753-D3A2-2A27D4A0C9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7798" y="457203"/>
            <a:ext cx="3173514" cy="784514"/>
          </a:xfrm>
          <a:prstGeom prst="rect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5C914D98-8B06-831F-975B-89E320AFB26A}"/>
              </a:ext>
            </a:extLst>
          </p:cNvPr>
          <p:cNvSpPr txBox="1"/>
          <p:nvPr/>
        </p:nvSpPr>
        <p:spPr>
          <a:xfrm>
            <a:off x="838200" y="2019300"/>
            <a:ext cx="7555464" cy="2172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1"/>
              </a:lnSpc>
            </a:pPr>
            <a:r>
              <a:rPr lang="ru-RU" sz="4144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Прописываете что можно доработать в приложении и в какие сроки</a:t>
            </a:r>
            <a:endParaRPr lang="en-US" sz="4144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B2C61DC-A44B-9455-3354-869A18BE4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1" y="0"/>
            <a:ext cx="18440401" cy="102870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" name="Freeform 2"/>
          <p:cNvSpPr/>
          <p:nvPr/>
        </p:nvSpPr>
        <p:spPr>
          <a:xfrm rot="-4359922">
            <a:off x="15359399" y="5344773"/>
            <a:ext cx="3799801" cy="3799801"/>
          </a:xfrm>
          <a:custGeom>
            <a:avLst/>
            <a:gdLst/>
            <a:ahLst/>
            <a:cxnLst/>
            <a:rect l="l" t="t" r="r" b="b"/>
            <a:pathLst>
              <a:path w="3799801" h="3799801">
                <a:moveTo>
                  <a:pt x="0" y="0"/>
                </a:moveTo>
                <a:lnTo>
                  <a:pt x="3799802" y="0"/>
                </a:lnTo>
                <a:lnTo>
                  <a:pt x="3799802" y="3799801"/>
                </a:lnTo>
                <a:lnTo>
                  <a:pt x="0" y="3799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25894" y="3029728"/>
            <a:ext cx="4922827" cy="4922827"/>
            <a:chOff x="0" y="0"/>
            <a:chExt cx="1130271" cy="11302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0271" cy="1130271"/>
            </a:xfrm>
            <a:custGeom>
              <a:avLst/>
              <a:gdLst/>
              <a:ahLst/>
              <a:cxnLst/>
              <a:rect l="l" t="t" r="r" b="b"/>
              <a:pathLst>
                <a:path w="1130271" h="1130271">
                  <a:moveTo>
                    <a:pt x="0" y="0"/>
                  </a:moveTo>
                  <a:lnTo>
                    <a:pt x="1130271" y="0"/>
                  </a:lnTo>
                  <a:lnTo>
                    <a:pt x="1130271" y="1130271"/>
                  </a:lnTo>
                  <a:lnTo>
                    <a:pt x="0" y="1130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3825" cap="sq">
              <a:solidFill>
                <a:schemeClr val="tx1">
                  <a:lumMod val="95000"/>
                  <a:lumOff val="5000"/>
                </a:schemeClr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30271" cy="1168371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36997" y="885825"/>
            <a:ext cx="4614006" cy="116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9"/>
              </a:lnSpc>
            </a:pPr>
            <a:r>
              <a:rPr lang="en-US" sz="7078" b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Bold"/>
                <a:sym typeface="Open Sans Bold"/>
              </a:rPr>
              <a:t>Контакты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2285" y="4760210"/>
            <a:ext cx="6113852" cy="839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9"/>
              </a:lnSpc>
            </a:pPr>
            <a:r>
              <a:rPr lang="ru-RU" sz="5092" i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Italics"/>
                <a:sym typeface="Open Sans Italics"/>
              </a:rPr>
              <a:t>ФОТО</a:t>
            </a:r>
            <a:endParaRPr lang="en-US" sz="5092" i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Italics"/>
              <a:sym typeface="Open Sans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356138" y="3624664"/>
            <a:ext cx="6077565" cy="55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Ваше имя/название проекта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82105" y="2044937"/>
            <a:ext cx="13123789" cy="54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1"/>
              </a:lnSpc>
            </a:pPr>
            <a:r>
              <a:rPr lang="ru-RU" sz="3208" i="1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 Italics"/>
                <a:sym typeface="Open Sans Italics"/>
              </a:rPr>
              <a:t>Информация обо всех участниках команды</a:t>
            </a:r>
            <a:endParaRPr lang="en-US" sz="3208" i="1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 Italics"/>
              <a:sym typeface="Open Sans Itali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356138" y="4139011"/>
            <a:ext cx="7350343" cy="55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Веб-сайт</a:t>
            </a:r>
            <a:r>
              <a:rPr lang="en-US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(с </a:t>
            </a:r>
            <a:r>
              <a:rPr lang="en-US" sz="3375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ссылкой</a:t>
            </a:r>
            <a:r>
              <a:rPr lang="en-US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):</a:t>
            </a:r>
            <a:endParaRPr lang="en-US" sz="3375" i="1" u="sng" dirty="0">
              <a:solidFill>
                <a:srgbClr val="579CF4"/>
              </a:solidFill>
              <a:latin typeface="Inter" panose="020B0502030000000004" pitchFamily="34" charset="0"/>
              <a:ea typeface="Inter" panose="020B0502030000000004" pitchFamily="34" charset="0"/>
              <a:cs typeface="Open Sans Italics"/>
              <a:sym typeface="Open Sans Italic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356138" y="4653357"/>
            <a:ext cx="9072337" cy="55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Ссылки</a:t>
            </a:r>
            <a:r>
              <a:rPr lang="en-US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75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на</a:t>
            </a:r>
            <a:r>
              <a:rPr lang="en-US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 </a:t>
            </a:r>
            <a:r>
              <a:rPr lang="en-US" sz="3375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соц.сети</a:t>
            </a:r>
            <a:r>
              <a:rPr lang="en-US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:</a:t>
            </a:r>
            <a:endParaRPr lang="en-US" sz="3375" i="1" u="sng" dirty="0">
              <a:solidFill>
                <a:srgbClr val="579CF4"/>
              </a:solidFill>
              <a:latin typeface="Inter" panose="020B0502030000000004" pitchFamily="34" charset="0"/>
              <a:ea typeface="Inter" panose="020B0502030000000004" pitchFamily="34" charset="0"/>
              <a:cs typeface="Open Sans Italics"/>
              <a:sym typeface="Open Sans Italic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56138" y="5213310"/>
            <a:ext cx="6077565" cy="55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Эл.почта</a:t>
            </a:r>
            <a:r>
              <a:rPr lang="en-US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:</a:t>
            </a:r>
            <a:endParaRPr lang="en-US" sz="3375" i="1" u="sng" dirty="0">
              <a:solidFill>
                <a:srgbClr val="579CF4"/>
              </a:solidFill>
              <a:latin typeface="Inter" panose="020B0502030000000004" pitchFamily="34" charset="0"/>
              <a:ea typeface="Inter" panose="020B0502030000000004" pitchFamily="34" charset="0"/>
              <a:cs typeface="Open Sans Italics"/>
              <a:sym typeface="Open Sans Italic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356138" y="5820386"/>
            <a:ext cx="5164159" cy="55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dirty="0" err="1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Телефон</a:t>
            </a:r>
            <a:r>
              <a:rPr lang="en-US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: +7 705 </a:t>
            </a:r>
            <a:r>
              <a:rPr lang="ru-RU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705 70</a:t>
            </a:r>
            <a:endParaRPr lang="en-US" sz="3375" dirty="0">
              <a:solidFill>
                <a:srgbClr val="000000"/>
              </a:solidFill>
              <a:latin typeface="Inter" panose="020B0502030000000004" pitchFamily="34" charset="0"/>
              <a:ea typeface="Inter" panose="020B0502030000000004" pitchFamily="34" charset="0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356138" y="6382358"/>
            <a:ext cx="4094865" cy="55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dirty="0">
                <a:solidFill>
                  <a:srgbClr val="000000"/>
                </a:solidFill>
                <a:latin typeface="Inter" panose="020B0502030000000004" pitchFamily="34" charset="0"/>
                <a:ea typeface="Inter" panose="020B0502030000000004" pitchFamily="34" charset="0"/>
                <a:cs typeface="Open Sans"/>
                <a:sym typeface="Open Sans"/>
              </a:rPr>
              <a:t>Telegram:</a:t>
            </a:r>
            <a:endParaRPr lang="en-US" sz="3375" i="1" u="sng" dirty="0">
              <a:solidFill>
                <a:srgbClr val="579CF4"/>
              </a:solidFill>
              <a:latin typeface="Inter" panose="020B0502030000000004" pitchFamily="34" charset="0"/>
              <a:ea typeface="Inter" panose="020B0502030000000004" pitchFamily="34" charset="0"/>
              <a:cs typeface="Open Sans Italics"/>
              <a:sym typeface="Open Sans Italics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346EBD8-22E0-D54F-37DD-5BE5BC055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7798" y="457203"/>
            <a:ext cx="3173514" cy="7845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147</Words>
  <Application>Microsoft Office PowerPoint</Application>
  <PresentationFormat>Произвольный</PresentationFormat>
  <Paragraphs>30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Inter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</dc:title>
  <dc:creator>Пользователь</dc:creator>
  <cp:lastModifiedBy>it_hub_7 oskemen</cp:lastModifiedBy>
  <cp:revision>5</cp:revision>
  <dcterms:created xsi:type="dcterms:W3CDTF">2006-08-16T00:00:00Z</dcterms:created>
  <dcterms:modified xsi:type="dcterms:W3CDTF">2026-03-17T10:07:09Z</dcterms:modified>
  <dc:identifier>DAGUgEKe8hI</dc:identifier>
</cp:coreProperties>
</file>